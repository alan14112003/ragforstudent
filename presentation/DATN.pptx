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VIETNAM – KOREA UNIVERSITY OF INFORMATION AND COMMUNICATION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2FE"/>
                </a:solidFill>
              </a:defRPr>
            </a:pPr>
            <a:r>
              <a:t>Faculty of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GRADUATION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E7490"/>
                </a:solidFill>
              </a:defRPr>
            </a:pPr>
            <a:r>
              <a:rPr dirty="0"/>
              <a:t>Build a Smart Learning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3A8A"/>
                </a:solidFill>
              </a:defRPr>
            </a:pPr>
            <a:r>
              <a:t>DocuMind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</a:defRPr>
            </a:pPr>
            <a:r>
              <a:t>that Integrates RAG to Support Students Learning from Personal 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4297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</a:defRPr>
            </a:pPr>
            <a:r>
              <a:t>Nguyen Ngoc 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Class: 21SE5 • Software Technology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206240"/>
            <a:ext cx="3657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4297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SUPERVISOR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8A"/>
                </a:solidFill>
              </a:defRPr>
            </a:pPr>
            <a:r>
              <a:t>M.Sc. Mai Lam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29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</a:defRPr>
            </a:pPr>
            <a:r>
              <a:t>VKU Faculty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Presentation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Current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Proposed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0896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" y="338328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RAG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46520" y="338328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7200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43000" y="48463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Live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572000"/>
            <a:ext cx="4754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46520" y="484632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937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Current Problems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</a:defRPr>
            </a:pPr>
            <a: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Students struggle to efficiently process and extract key information from large volumes of learning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035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</a:defRPr>
            </a:pPr>
            <a:r>
              <a:t>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Time-Consuming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Traditional methods of creating flashcards and quizzes manually require significant time and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035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</a:defRPr>
            </a:pPr>
            <a: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Difficult Information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Hard to quickly find specific information across multiple documents and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530352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160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E293B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Generic AI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03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Standard LLMs lack context from personal documents, providing generic rather than personalized answers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97280"/>
            <a:ext cx="8503920" cy="128016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2344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7490"/>
                </a:solidFill>
              </a:defRPr>
            </a:pPr>
            <a:r>
              <a:t>DocuMind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</a:defRPr>
            </a:pPr>
            <a:r>
              <a:t>A Smart Learning Platform powered by RAG (Retrieval-Augmented Generation)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Chat with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Ask questions based on your documents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7432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Smart Summarization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Auto-generate concise summaries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Flashcard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AI-powered flashcard creation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Quiz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Generate quizzes to test knowledge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6634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Notebook Organization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Organize documents into notebooks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66344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18320" y="4800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E293B"/>
                </a:solidFill>
              </a:defRPr>
            </a:pPr>
            <a:r>
              <a:t>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</a:defRPr>
            </a:pPr>
            <a:r>
              <a:t>Study Studio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Integrated learning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RAG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Document Ingestion: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9456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E7490"/>
                </a:solidFill>
              </a:defRPr>
            </a:pPr>
            <a:r>
              <a:t>📄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17320"/>
            <a:ext cx="219456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E7490"/>
                </a:solidFill>
              </a:defRPr>
            </a:pPr>
            <a:r>
              <a:t>✂️ Chunking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17320"/>
            <a:ext cx="219456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E7490"/>
                </a:solidFill>
              </a:defRPr>
            </a:pPr>
            <a:r>
              <a:t>🔢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17320"/>
            <a:ext cx="2194560" cy="8229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1554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E7490"/>
                </a:solidFill>
              </a:defRPr>
            </a:pPr>
            <a:r>
              <a:t>🗄️ Vector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Query Processing: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88920"/>
            <a:ext cx="2194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❓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88920"/>
            <a:ext cx="2194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🔍 Retrieval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788920"/>
            <a:ext cx="2194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⚖️ Reranking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788920"/>
            <a:ext cx="2194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🤖 LLM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23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🗄️ Vector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Qdrant vector database for fast semantic search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2336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160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🧠 Embedding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mxbai-embed-large via Ollama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⚖️ Reranking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Cross-encoder for improved relevance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257800"/>
            <a:ext cx="53949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5394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</a:defRPr>
            </a:pPr>
            <a:r>
              <a:t>🤖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Google Gemini 1.5 Flash/Pro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🖥️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Python 3.10+  •  FastAPI  •  LangChain  •  SQLAlchemy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💻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Next.js 14  •  React  •  TypeScript  •  Tailwind 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🗃️ Data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MySQL 8.0+  •  Qdrant  •  MinIO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🧠 AI /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Google Gemini  •  Ollama  •  mxbai-embed-large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🐳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Docker  •  Docker Compose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79"/>
            <a:ext cx="53949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</a:defRPr>
            </a:pPr>
            <a:r>
              <a:t>🔐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3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Google OAuth 2.0  •  JWT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8A"/>
                </a:solidFill>
              </a:defRPr>
            </a:pPr>
            <a: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9418320" cy="320040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E293B"/>
                </a:solidFill>
              </a:defRPr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7490"/>
                </a:solidFill>
              </a:defRPr>
            </a:pPr>
            <a:r>
              <a:t>DocuMind Platform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</a:defRPr>
            </a:pPr>
            <a:r>
              <a:t>Experience the smart learning platform in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50292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🔐 Google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50292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79" y="5212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📤 Upload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0292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5212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💬 Chat with 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5029200"/>
            <a:ext cx="2286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3999" y="5212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✨ Generate Materials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E7490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75569"/>
                </a:solidFill>
              </a:defRPr>
            </a:pPr>
            <a:r>
              <a:t>Thank you for your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474720"/>
            <a:ext cx="3931920" cy="8229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❓ Questions &amp; Answers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754880"/>
            <a:ext cx="256032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E7490"/>
                </a:solidFill>
              </a:defRPr>
            </a:pPr>
            <a:r>
              <a:t>👤 Nguyen Ngoc 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754880"/>
            <a:ext cx="256032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E7490"/>
                </a:solidFill>
              </a:defRPr>
            </a:pPr>
            <a:r>
              <a:t>🏫 VKU - Class 21SE5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DocuMind © 2025 - Built with ❤️ for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376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Alan Nguyễn</cp:lastModifiedBy>
  <cp:revision>3</cp:revision>
  <dcterms:created xsi:type="dcterms:W3CDTF">2013-01-27T09:14:16Z</dcterms:created>
  <dcterms:modified xsi:type="dcterms:W3CDTF">2025-12-28T10:37:18Z</dcterms:modified>
  <cp:category/>
</cp:coreProperties>
</file>